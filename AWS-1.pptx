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4" r:id="rId6"/>
    <p:sldId id="261" r:id="rId7"/>
    <p:sldId id="263" r:id="rId8"/>
    <p:sldId id="265" r:id="rId9"/>
    <p:sldId id="262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C1CC-81EC-41C4-6AE5-ABE4F1114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50196-169F-DE6E-6430-F4070763F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013BC-55E0-D574-4E9E-BAF00900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C3FBB-12DC-3FAB-FC51-F4EF4532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A25CD-9159-69A0-8330-9EAF1A07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5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61B0-433A-3DBC-D5B3-7F10566A7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87C5E-43C7-432F-D680-A761EF401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2225A-3027-C561-3133-42787A2A7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0AAA1-754D-34ED-2C1D-7BF0D2B5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A5661-9FC4-D2E7-A93A-121136C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8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8986-6BFF-A4EE-CA28-160878BD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60B0E-0C47-CE1E-2E0D-6FA4624DF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20E55-9271-DC10-4591-A084117D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CE795-91D8-0D5C-56B8-DC8C6880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925BD-592B-3DE7-C977-F1FF6F92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8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FBEC-82FC-502A-88F5-62984D12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6D6FA-1A04-EC3A-A2D4-826A2D4E5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A64AE-D4C0-456F-062A-4CDB894D4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64F6D-D94D-9144-A1A6-0A9B9D0E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3629B-8110-77D0-1ECA-BC4BEEF5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938FE-1F6E-225B-BAB1-3793B9F9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8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1FB9-A615-C959-63A4-4441A957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0247D-3E9B-D164-ED1F-6E135CC52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2E8D5-E990-52CF-703B-D7B82C3AA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46EA-E38B-EBBB-E9A3-A3887B963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D16C5-8092-A556-CFD9-BD814642F8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4AF892-9B5B-E72C-F42F-1E4F29B22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21DD9-9D4B-C5D3-BE6B-FC6D96B4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631E68-A462-96E1-BE80-935D63C1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6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09D0-2B0A-8A1F-ED78-75BC5183D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DED43-C741-7512-8716-D006DD46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C8D8B-D08D-300F-5B03-09D95FB9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FDF48-9268-5606-316A-BE399974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9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07DA6-9EC5-9C05-B337-773F73FB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DEC47-2E18-9575-6DF4-01E4598B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B40F7-35BB-98A1-63BD-0E140D91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9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A9CD-B161-B994-E9CF-8EE28F3FD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AF758-C9A4-91D0-D9EF-EA0CE6139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35348-E2B2-7D03-4A9D-6AC3EBDED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8D1DC-17F5-2DA7-C0F7-33923D81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6027D-600D-8CF6-D22C-A6D4B94B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6D72B-08B1-8DC1-C20E-067A6D20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3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7488-7033-DCBB-AA0C-00531CBE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5ACC1-2B6A-D605-3516-36A6352D8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1478B-B8CE-398D-9DCD-5FBB59B6D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6C90F-DAFC-CF67-CAAA-6B4E83CA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A3FCB-7B16-156F-B7F5-AAF79669E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ED1AC-A126-CF79-CDD8-858B4524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02AF-9AD8-D562-629E-40DF3649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199BF-A000-52A5-1D9F-F90D4DFEA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BDF9D-37D4-DB98-5B84-FBC74EAB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FE091-1CEA-23E4-DBEA-540EE8BEE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316DD-C91F-0894-17C7-B466E468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3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F8D049-C2FB-AA78-8F90-42C8586A1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80153-BD3E-D2FB-29D7-602CA3EE9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F90AD-91F6-E2EC-80D2-5651FC33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078EF-8DBF-D121-60AD-7203AD43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04BBA-9ADD-DC32-2272-D6670A1A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09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0F0ADF-224D-BA2C-2E76-B246E267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DEF9B-4989-9090-B6BE-431D224B0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CAF63-64DC-1AC0-223A-BA445DEA8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0EF4D-B943-443E-90E4-AF66E5B01B5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8EEBA-339A-8B7C-1A95-2A3C83DAA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D7B36-FFE8-6171-2FAF-1ED790F69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DFC08-1A59-4E83-B424-41890D469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0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2B2D1-8F25-F551-3607-5483F2FB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8713-4F0A-75D7-8F99-09B48F4C815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dirty="0"/>
              <a:t>             </a:t>
            </a:r>
            <a:r>
              <a:rPr lang="en-US" b="1" dirty="0">
                <a:solidFill>
                  <a:schemeClr val="accent2"/>
                </a:solidFill>
              </a:rPr>
              <a:t>AWS – Amazon Web 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C5CD0-E533-5BDB-C41F-9D5BDC0B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      </a:t>
            </a:r>
          </a:p>
          <a:p>
            <a:pPr marL="0" indent="0">
              <a:buNone/>
            </a:pPr>
            <a:r>
              <a:rPr lang="en-US" dirty="0"/>
              <a:t>AWS originated in the early 2000s to solve Amazon's internal IT challenges of scaling its e-commerce platform. After building a structured internal infrastructure with well-documented APIs, Amazon realized this shared technology could be offered to external companies as a service.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AWS officially launched in 2006 with  S3 (storage) and EC2 (compute), pioneering cloud computing and establishing itself as a leading platform by providing scalable, on-demand computing power over the internet.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AEAE7-9089-BAEA-C02C-067AE3AFB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791" y="365125"/>
            <a:ext cx="1091009" cy="61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86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87C3-438D-26EB-D2BD-4958C790C2A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dirty="0"/>
              <a:t>             </a:t>
            </a:r>
            <a:r>
              <a:rPr lang="en-US" b="1" dirty="0">
                <a:solidFill>
                  <a:schemeClr val="accent2"/>
                </a:solidFill>
              </a:rPr>
              <a:t>AWS – Amazon Web 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E476F-F51F-0CED-E2B2-CA8DC8E5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43513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Cloud computing platform</a:t>
            </a:r>
            <a:r>
              <a:rPr lang="en-US" dirty="0"/>
              <a:t> provided by Amazon. </a:t>
            </a:r>
          </a:p>
          <a:p>
            <a:pPr marL="0" indent="0">
              <a:buNone/>
            </a:pPr>
            <a:r>
              <a:rPr lang="en-US" dirty="0"/>
              <a:t>Instead of buying and maintaining physical servers, companies and individuals can rent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Computing power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Storage, databases,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Networking,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Machine learning many other services from AWS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3B3D2-3FE8-9A92-5E7B-9C5F94E30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82588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6070B-B263-1831-A8C6-6690326D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8E07D-687E-11F3-1E1B-E2E396E0FAF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/>
              <a:t>                               </a:t>
            </a:r>
            <a:r>
              <a:rPr lang="en-US" b="1" dirty="0">
                <a:solidFill>
                  <a:schemeClr val="accent2"/>
                </a:solidFill>
              </a:rPr>
              <a:t>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FB88-25B1-858A-2FDB-C6ECEC26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an electronic device.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understands only machine language.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modern computer we use programming   language to do a task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Basic component of a computer is.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RAM (Random Access Memory)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ROM (Read only Memory)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CPU (Central Processing Unit)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AF75D-20C9-B6F4-E230-C39933821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8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472D-A275-6527-A6BF-70C4014D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4F1C-8C74-145B-5AFA-20685DA5AC3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/>
              <a:t>                       </a:t>
            </a:r>
            <a:r>
              <a:rPr lang="en-US" b="1" dirty="0">
                <a:solidFill>
                  <a:schemeClr val="accent2"/>
                </a:solidFill>
              </a:rPr>
              <a:t>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69CD7-1861-920F-435F-67D00D2F8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bg2">
                <a:lumMod val="1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device that provides service to another computer.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server can be physical or virtual.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539EE-A847-B0EC-FB9D-4DBF71D1D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64" y="3314700"/>
            <a:ext cx="4171950" cy="26289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4664A-6B40-6DFA-2B5F-FEE35997D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8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0DAB8-3E52-0850-953F-6D10F35C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95B1-32B0-8847-01FE-7D84B5DAC41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Different Types of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FFBF-E665-998A-545B-496B9F4C0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4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Web server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Database Server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Mail Server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File Server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Proxy Server – API request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Application Server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DNS Server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DHCP Server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D1B6AE-9EEE-14FB-3375-77C15195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1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9A0E-342D-C09E-23D3-667BFB21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F81D-C9DF-BCFF-1147-583DCD4DDC3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   </a:t>
            </a:r>
            <a:r>
              <a:rPr lang="en-US" b="1" dirty="0">
                <a:solidFill>
                  <a:schemeClr val="accent2"/>
                </a:solidFill>
              </a:rPr>
              <a:t>VIRTUAL SERVER  </a:t>
            </a:r>
            <a:br>
              <a:rPr lang="en-US" dirty="0">
                <a:solidFill>
                  <a:schemeClr val="accent2"/>
                </a:solidFill>
              </a:rPr>
            </a:b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042AB-C611-CB96-1368-538230AEC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physical server is divided into multiple virtual servers by installing a lightweight software is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Called HYPERVISOR. This process is called virtualization.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2B9D9-40EA-9267-7509-56FDACAE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12" y="3686175"/>
            <a:ext cx="4900613" cy="2552701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E8CBF1-17E4-FEB3-8E5C-C3CD1C523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6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DDED-AB46-D50F-4F5F-00E1EEE6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22B1-0883-F7D7-461D-2B219B9C3E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 Data Centre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7C916-23D3-25D6-5610-003F832F1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data center is used to store, process, and share the data and application.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centers provide powering of online games, e-commerce transactions, machine learning and artificial intelligence.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Intelligent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center maintenance cost is very high.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centers need uninterrupted electricity.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centers need high internet speed.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58813-31EC-B6FE-2DF9-52C02E2CC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5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46FBD-51F5-074B-DB7D-F7A7751D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26DF-3E26-77EE-2449-271D2BA6EB3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 Data Centre Room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7B2CD3-04D8-5256-C6C3-EAE04A6E3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138" y="2178843"/>
            <a:ext cx="2828925" cy="338366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72222A-9E02-8E51-AA22-0A2E7CE36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537" y="2178843"/>
            <a:ext cx="2828925" cy="3383662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EA9AE4-1155-7CA8-0EA6-70CB5F1F0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537" y="2178844"/>
            <a:ext cx="2519363" cy="3383662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560C72-A941-3ADA-B084-D848F8290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54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142B-E635-F975-C3C5-FAEA7937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225D-F887-0663-53B0-E181461C832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 Cloud Computing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C1C39-2164-500E-C89F-5CFCC5478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Delivery of computer resources through the internet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Like server, storage, database, networking, software, analytics, and intelligence.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PAY-AS-YOU-GO model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can be accessed anywhere anytime with the help of the internet.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Cloud Computing provider are AWS, Microsoft Azure cloud, Google Cloud Platform, IBM ·Cloud, VMware.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User don’t want to build any data center.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 need to worry about the security and software update of the server and hardware.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Easily scale up and scale down.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EF6BC-1E07-F941-D3BC-AF1ED8CC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0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3BB55-A8F8-22DE-5E4E-DE82166C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C268-FCB2-4C51-C086-94C6E8FC502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 SERVICE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17B35-6EF0-0E74-6D1F-B7A091AAE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IaaS (Infrastructure-as-a-Service)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Providers are managing the server, storage, Networking. Customers can use their own OS to deploy their application.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Customers only pay for the usage of hardware.  </a:t>
            </a:r>
          </a:p>
          <a:p>
            <a:pPr marL="0" indent="0">
              <a:buNone/>
            </a:pPr>
            <a:r>
              <a:rPr lang="en-US" b="1" dirty="0"/>
              <a:t>PaaS (Platform-as-a-Service)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Customers are only managed by their application and data; all the other things are managed by the provider.  </a:t>
            </a:r>
          </a:p>
          <a:p>
            <a:pPr marL="0" indent="0">
              <a:buNone/>
            </a:pPr>
            <a:r>
              <a:rPr lang="en-US" b="1" dirty="0"/>
              <a:t>SaaS (Software-as-a-Service)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Providers manage everything and customers don’t worry about anything.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62196-CF2C-331E-27F4-48787808D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4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D649-F2C2-7E6A-7BC8-77ADD9BE5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C34F-1E99-8CEF-6C2C-B333E95C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996"/>
            <a:ext cx="10515600" cy="1325563"/>
          </a:xfrm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SERVICE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709A7E-7482-A733-4B22-15F5E7770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802187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12AEBB-2A2C-EE2D-8B8A-CF1F6CA44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430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391DB-3D9D-116F-E012-5C802D12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DBB1-A644-C41C-A867-AC9A067DF0F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DEPLOYMENT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2FBF-CF73-CF38-7E60-05E507D30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Public Cloud 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fully managed by the provider.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Our data is stored in the provider data center.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can access public using internet.</a:t>
            </a:r>
          </a:p>
          <a:p>
            <a:pPr marL="0" indent="0">
              <a:buNone/>
            </a:pPr>
            <a:r>
              <a:rPr lang="en-US" b="1" dirty="0"/>
              <a:t>  </a:t>
            </a:r>
          </a:p>
          <a:p>
            <a:pPr marL="0" indent="0">
              <a:buNone/>
            </a:pPr>
            <a:r>
              <a:rPr lang="en-US" b="1" dirty="0"/>
              <a:t>	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096B3-AB83-E594-EC22-D9F7BA104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0812E5-D6E7-8473-6A98-22AA0D748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2406598"/>
            <a:ext cx="3409950" cy="296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8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71A8F-D2E3-96D3-112F-B01DBBF49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C336-8996-6272-E431-1E731555DC4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DEPLOYMENT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3B8D2-3C1D-217B-73F8-F2D7682E3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Private Cloud  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set up by an organization.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are stored there on data center.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Maintenance cost is very high.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	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BCC1E-734B-88B0-25C7-EE5E60F2F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2D2D11-4DDA-F21B-0EEF-74DE48184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5" y="2300341"/>
            <a:ext cx="4186238" cy="238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81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074F8-10B0-524B-514B-CE4974D4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0EC3-7021-C478-3236-05057B4F162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SERVICE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7027D-83AF-6F67-33C1-F2358D8C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453687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Hybrid cloud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Combination of private and public cloud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Reduce the pain and cost in cloud migration.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B5C67-831F-5325-5A71-8A7531E0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431256-0E03-AB3C-69D3-528C16D1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3429001"/>
            <a:ext cx="5400675" cy="240029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0081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D0F42-DCB0-D2F1-4D77-D00F2C6A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A271D-0DE4-E644-435E-4F85216DF08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Different Platforms in Cloud Computing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3706A-C223-854D-1880-E17FED192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Amazon Web Service (AWS)  - 2006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Microsoft Azure - 2010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Google Cloud  - 2011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IBM Cloud - 2011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Oracle Cloud (OCI) - 2012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Alibaba Cloud - 2009 </a:t>
            </a:r>
          </a:p>
          <a:p>
            <a:pPr marL="0" indent="0">
              <a:buNone/>
            </a:pPr>
            <a:r>
              <a:rPr lang="en-US" b="1" dirty="0"/>
              <a:t>	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B90706-81C8-3007-0860-C37B25F1C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58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748E-32AC-18AB-84CA-B7402C51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D413A-151A-517B-36B5-E6388D1BE54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Region, Availability Zones, AWS Global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8D022-D7F9-3C6C-A2F4-F082A0A8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Region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Region is a physical geographical area where cloud providers host multiple data centers.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region is independent and isolated from others to ensure fault tolerance and data sovereignty.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AWS has multiple Regions worldwide, each identified by unique codes (e.g., us-east-1, euwest-2).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Users can select a region based on proximity, compliance, latency, and cost considerations.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799C8-E808-2BA7-6523-847393115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1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264EE-4170-CDFE-CE30-A073B0A8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9B2B-7F7D-168D-8669-94062A3C341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Availability Zones (AZs)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10063-B94B-88D2-218F-5013E124F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Availability Zones (AZs) are isolated data centers           within a region.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AWS region has multiple AZs (usually 2 or more) to ensure high availability and fault tolerance.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AZs are physically separate, with independent power, cooling, and networking.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Resources can be deployed across multiple AZs to achieve redundancy and resilience.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09C70-3450-71D6-6E8E-7AF22375B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06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53F2-2547-A473-0EED-D8B862B9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79288-6A49-8ED0-C077-26E49E25652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AWS Global Infrastructure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A9DE-A621-C0EF-1AA6-F1C7D9C77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Regions: Worldwide distributed locations for deploying cloud services.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Availability Zones: Multiple data centers within a region to ensure uptime.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C3911-4CF9-0457-81DC-D72484889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58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F834F-5A59-E980-4011-30DB9DBE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BEAD-A649-1E40-202C-7194AD05611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Benefits of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9B4D7-E665-903B-7F0D-AF404A542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Scalability &amp; Flexibility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Lower computing cost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Improved performance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Advanced security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loss prevention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Universal access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EC136D-B9BF-5A3B-515A-72D24F3F9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19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2223-C074-113C-0116-0C3DB217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5C85-45D8-ACC6-FEAB-BD5CD467322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568B-80B9-C2B8-071B-A9A65D138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76738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Required constant and good internet connection.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Does not work at a low speed of the internet.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A5AE1-7E34-AD5F-B4FA-540D19142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21" y="365125"/>
            <a:ext cx="109127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96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812</Words>
  <Application>Microsoft Office PowerPoint</Application>
  <PresentationFormat>Widescreen</PresentationFormat>
  <Paragraphs>130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             AWS – Amazon Web Service </vt:lpstr>
      <vt:lpstr>             AWS – Amazon Web Service </vt:lpstr>
      <vt:lpstr>                               Computer</vt:lpstr>
      <vt:lpstr>                       Server</vt:lpstr>
      <vt:lpstr>Different Types of Server</vt:lpstr>
      <vt:lpstr>    VIRTUAL SERVER   </vt:lpstr>
      <vt:lpstr> Data Centre</vt:lpstr>
      <vt:lpstr> Data Centre Room</vt:lpstr>
      <vt:lpstr> Cloud Computing </vt:lpstr>
      <vt:lpstr> SERVICE MODEL</vt:lpstr>
      <vt:lpstr>SERVICE MODEL</vt:lpstr>
      <vt:lpstr>DEPLOYMENT MODEL </vt:lpstr>
      <vt:lpstr>DEPLOYMENT MODEL </vt:lpstr>
      <vt:lpstr>SERVICE MODEL</vt:lpstr>
      <vt:lpstr>Different Platforms in Cloud Computing  </vt:lpstr>
      <vt:lpstr>Region, Availability Zones, AWS Global Infrastructure</vt:lpstr>
      <vt:lpstr>Availability Zones (AZs)</vt:lpstr>
      <vt:lpstr>AWS Global Infrastructure </vt:lpstr>
      <vt:lpstr>Benefits of AWS</vt:lpstr>
      <vt:lpstr>Limitations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Reshma G</dc:creator>
  <cp:lastModifiedBy>Reshma G</cp:lastModifiedBy>
  <cp:revision>1</cp:revision>
  <dcterms:created xsi:type="dcterms:W3CDTF">2025-09-11T05:12:29Z</dcterms:created>
  <dcterms:modified xsi:type="dcterms:W3CDTF">2025-09-11T06:28:45Z</dcterms:modified>
</cp:coreProperties>
</file>